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18A6-AF6A-E54B-B08A-E2542039C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EF053-0B26-E74E-ABC8-9FDB91893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E2F61-3179-DB4E-A900-DC915212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E847-119F-8845-A594-25AF349A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4005-A571-3249-8B17-C07A8BC86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9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1FBD-7CDB-8949-BF82-ACDB911C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63B7C-60C6-B249-AD95-63E7009C7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C4A75-8FA3-2F45-8540-1664B4E5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3F0A7-8313-BB4A-935B-A07857F9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A6C10-DF32-5548-ACED-9B29C5A6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9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5702-585A-EA41-BAF9-ED596CB6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E2AEE-0E24-4C40-8287-B9875822C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4C32D-6E34-E242-B2E9-A58AACAE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6AFA1-3CA3-A54A-AD2C-E282DC33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140F3-DE97-5E42-8891-B439C442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9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2666-A2AD-754B-9CEC-53DEA08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DACA2-4AE4-E944-9507-851DF981E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FEEB2-14CC-A644-9765-8FD193BA3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87012-DD29-864D-9054-2440B884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6668E-0812-4142-8D34-35920770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03FFE-ECCF-E94B-B62C-22026B7E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8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6CF17-0E76-034D-A6FB-D4D46C1FE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E1680-6D32-4141-8C38-3D7B4ED87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36545-3C61-8147-BF91-EDE9A834C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EF910-2666-CD4D-A869-33EB05E76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36632-2C4A-A540-8553-FEA7FF0C8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98E278-7C98-404E-84CA-370995AAC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A73D06-BD9B-6646-B7AF-B62489E9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1FA67C-8233-174C-B1AD-BA88DB4B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5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DBE6-5281-C842-9232-79FF8B4D3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372360-EFC9-4C4E-9D12-78997A97A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CE769-F65C-6D4D-A4BB-89A30FDC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37BBF-3309-674A-9CE9-BB1A1362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1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7FAD5-3253-D74B-AA4E-F03E9A33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9AFA7-5EF4-454B-A29E-8310AED7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2FFD9-CCC8-E44E-9E72-5ACCB841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5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85DE-E4EA-C541-BD5D-6F464189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ADACF-FB28-8C4A-808A-A30C9BDF3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B86AB-B295-B746-A937-670F90919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D6117-23BE-9345-96A4-9B90EF7BF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24439-7253-6F40-9B47-8BC99CBE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D073F-8E98-A94D-86A4-C4B2AEC59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4078-3149-934E-985D-8E4B595B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213BE8-B158-5D47-A1B4-E14C73338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F017C-5C90-B54F-9FAE-1E64A1670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3DAE2-2C76-7948-A022-EB6684F9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FAB79-BB02-A94D-AEAD-0CE9623F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0925A-0F2F-6748-8A67-DE24F7E4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2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1DAD-D2F7-CF45-9667-5F72AC19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AF382-A40D-C842-965F-5405BCF57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C602F-3ACB-0B4C-99F2-AADCFF54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7126F-B885-AC46-A180-925A1247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F509D-19E2-D142-9F6C-5456CC3B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4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64BDA-3FFE-C34C-AFAE-53C638CAE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8CEA3-1973-8345-8988-4387F013D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ECC3C-0D90-F344-886F-36ED8350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DE817-D8CE-7B42-A4F0-66B6F10E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43B71-F09B-4C4D-B58A-657FE18B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9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C9E528-B078-0A4F-B308-E30FBD6F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33CBD-8CC7-5141-8739-D75B82346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B3C2-E777-D34B-98C3-AD49F63E4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6E6B4-D2D1-8340-BB5C-DBF76C96EA3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500F9-CB57-8442-88E0-DAB9AA00C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EFAD-D4F8-4E47-AB41-12E834894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DFD27-E764-FA4C-8423-E7CB66C4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1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6778C1-2CA3-D662-BBAF-5730A8F3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040" y="1"/>
            <a:ext cx="8721812" cy="676178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8F01CA9-A7A4-B14A-8825-94D364D14EDA}"/>
              </a:ext>
            </a:extLst>
          </p:cNvPr>
          <p:cNvGrpSpPr/>
          <p:nvPr/>
        </p:nvGrpSpPr>
        <p:grpSpPr>
          <a:xfrm>
            <a:off x="470101" y="2171941"/>
            <a:ext cx="3187025" cy="1752095"/>
            <a:chOff x="136467" y="1652954"/>
            <a:chExt cx="3187025" cy="17520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16EE53-3976-ED4D-834F-C1103D09D6A2}"/>
                </a:ext>
              </a:extLst>
            </p:cNvPr>
            <p:cNvSpPr/>
            <p:nvPr/>
          </p:nvSpPr>
          <p:spPr>
            <a:xfrm>
              <a:off x="1266092" y="1652954"/>
              <a:ext cx="2057400" cy="43082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C09E91-5793-9F4E-B135-21D657612F5B}"/>
                </a:ext>
              </a:extLst>
            </p:cNvPr>
            <p:cNvSpPr txBox="1"/>
            <p:nvPr/>
          </p:nvSpPr>
          <p:spPr>
            <a:xfrm>
              <a:off x="136467" y="2204720"/>
              <a:ext cx="1981200" cy="120032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Choose this branch in the drop-down to get to your course’s branch.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1739429-633A-CD4F-B9B5-F1D5E7FC9CB9}"/>
                </a:ext>
              </a:extLst>
            </p:cNvPr>
            <p:cNvCxnSpPr>
              <a:stCxn id="6" idx="0"/>
              <a:endCxn id="5" idx="1"/>
            </p:cNvCxnSpPr>
            <p:nvPr/>
          </p:nvCxnSpPr>
          <p:spPr>
            <a:xfrm flipV="1">
              <a:off x="1127067" y="1868366"/>
              <a:ext cx="139025" cy="33635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06F60B-D008-6944-850A-A64DBE501961}"/>
              </a:ext>
            </a:extLst>
          </p:cNvPr>
          <p:cNvGrpSpPr/>
          <p:nvPr/>
        </p:nvGrpSpPr>
        <p:grpSpPr>
          <a:xfrm>
            <a:off x="7979104" y="2692400"/>
            <a:ext cx="2434012" cy="1911057"/>
            <a:chOff x="1266092" y="172720"/>
            <a:chExt cx="2434012" cy="191105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04AB1F-F368-FA42-B452-23A1D8D16BD4}"/>
                </a:ext>
              </a:extLst>
            </p:cNvPr>
            <p:cNvSpPr/>
            <p:nvPr/>
          </p:nvSpPr>
          <p:spPr>
            <a:xfrm>
              <a:off x="1266092" y="1652954"/>
              <a:ext cx="2057400" cy="43082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F6F93E-0D1B-B941-833C-D0D5C03B70F5}"/>
                </a:ext>
              </a:extLst>
            </p:cNvPr>
            <p:cNvSpPr txBox="1"/>
            <p:nvPr/>
          </p:nvSpPr>
          <p:spPr>
            <a:xfrm>
              <a:off x="1718904" y="172720"/>
              <a:ext cx="1981200" cy="120032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Click here to download a zip file  with the materials from your course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66EAC6C-58AD-3E41-A545-C0660272F948}"/>
                </a:ext>
              </a:extLst>
            </p:cNvPr>
            <p:cNvCxnSpPr>
              <a:cxnSpLocks/>
              <a:stCxn id="13" idx="2"/>
              <a:endCxn id="12" idx="0"/>
            </p:cNvCxnSpPr>
            <p:nvPr/>
          </p:nvCxnSpPr>
          <p:spPr>
            <a:xfrm flipH="1">
              <a:off x="2294792" y="1373049"/>
              <a:ext cx="414712" cy="2799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4051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Trikalinos</dc:creator>
  <cp:lastModifiedBy>Thomas Trikalinos</cp:lastModifiedBy>
  <cp:revision>5</cp:revision>
  <dcterms:created xsi:type="dcterms:W3CDTF">2024-10-31T16:29:34Z</dcterms:created>
  <dcterms:modified xsi:type="dcterms:W3CDTF">2026-06-27T13:34:53Z</dcterms:modified>
</cp:coreProperties>
</file>